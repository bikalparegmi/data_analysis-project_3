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5"/>
  </p:notesMasterIdLst>
  <p:sldIdLst>
    <p:sldId id="4778" r:id="rId2"/>
    <p:sldId id="1010" r:id="rId3"/>
    <p:sldId id="4780" r:id="rId4"/>
    <p:sldId id="4779" r:id="rId5"/>
    <p:sldId id="4781" r:id="rId6"/>
    <p:sldId id="4782" r:id="rId7"/>
    <p:sldId id="4783" r:id="rId8"/>
    <p:sldId id="4784" r:id="rId9"/>
    <p:sldId id="4785" r:id="rId10"/>
    <p:sldId id="4786" r:id="rId11"/>
    <p:sldId id="4787" r:id="rId12"/>
    <p:sldId id="4788" r:id="rId13"/>
    <p:sldId id="275" r:id="rId14"/>
  </p:sldIdLst>
  <p:sldSz cx="12192000" cy="6858000"/>
  <p:notesSz cx="6858000" cy="9144000"/>
  <p:embeddedFontLst>
    <p:embeddedFont>
      <p:font typeface="Calibri" panose="020F0502020204030204" pitchFamily="34" charset="0"/>
      <p:regular r:id="rId16"/>
      <p:bold r:id="rId17"/>
      <p:italic r:id="rId18"/>
      <p:boldItalic r:id="rId19"/>
    </p:embeddedFont>
    <p:embeddedFont>
      <p:font typeface="Roboto" panose="02000000000000000000" pitchFamily="2" charset="0"/>
      <p:regular r:id="rId20"/>
      <p:bold r:id="rId21"/>
      <p:italic r:id="rId22"/>
      <p:boldItalic r:id="rId23"/>
    </p:embeddedFont>
    <p:embeddedFont>
      <p:font typeface="Roboto Light" panose="02000000000000000000" pitchFamily="2" charset="0"/>
      <p:regular r:id="rId24"/>
      <p:italic r:id="rId25"/>
    </p:embeddedFont>
    <p:embeddedFont>
      <p:font typeface="Roboto Medium" panose="02000000000000000000" pitchFamily="2" charset="0"/>
      <p:regular r:id="rId26"/>
      <p: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1010"/>
            <p14:sldId id="4780"/>
            <p14:sldId id="4779"/>
            <p14:sldId id="4781"/>
            <p14:sldId id="4782"/>
            <p14:sldId id="4783"/>
            <p14:sldId id="4784"/>
            <p14:sldId id="4785"/>
            <p14:sldId id="4786"/>
            <p14:sldId id="4787"/>
            <p14:sldId id="4788"/>
          </p14:sldIdLst>
        </p14:section>
        <p14:section name="Disclaimer" id="{1BDF34DF-3DC5-4B3F-AADB-BBEF917A852B}">
          <p14:sldIdLst>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7C5C4"/>
    <a:srgbClr val="BCB5AC"/>
    <a:srgbClr val="80DF7C"/>
    <a:srgbClr val="8F73BF"/>
    <a:srgbClr val="C96478"/>
    <a:srgbClr val="EF6348"/>
    <a:srgbClr val="EF9C48"/>
    <a:srgbClr val="EACB79"/>
    <a:srgbClr val="7FDD7C"/>
    <a:srgbClr val="44D6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694" autoAdjust="0"/>
    <p:restoredTop sz="91283" autoAdjust="0"/>
  </p:normalViewPr>
  <p:slideViewPr>
    <p:cSldViewPr snapToGrid="0" showGuides="1">
      <p:cViewPr varScale="1">
        <p:scale>
          <a:sx n="103" d="100"/>
          <a:sy n="103" d="100"/>
        </p:scale>
        <p:origin x="1272" y="108"/>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KALPA REGMI" userId="1be02e1a-7b0c-468e-9339-07da1811078b" providerId="ADAL" clId="{3FEC3322-E668-4940-9FEA-8D078B158638}"/>
    <pc:docChg chg="undo custSel addSld modSld modSection">
      <pc:chgData name="BIKALPA REGMI" userId="1be02e1a-7b0c-468e-9339-07da1811078b" providerId="ADAL" clId="{3FEC3322-E668-4940-9FEA-8D078B158638}" dt="2026-03-04T05:44:46.998" v="1936" actId="20577"/>
      <pc:docMkLst>
        <pc:docMk/>
      </pc:docMkLst>
      <pc:sldChg chg="modSp mod">
        <pc:chgData name="BIKALPA REGMI" userId="1be02e1a-7b0c-468e-9339-07da1811078b" providerId="ADAL" clId="{3FEC3322-E668-4940-9FEA-8D078B158638}" dt="2026-03-04T05:44:46.998" v="1936" actId="20577"/>
        <pc:sldMkLst>
          <pc:docMk/>
          <pc:sldMk cId="3613081559" sldId="4778"/>
        </pc:sldMkLst>
        <pc:spChg chg="mod">
          <ac:chgData name="BIKALPA REGMI" userId="1be02e1a-7b0c-468e-9339-07da1811078b" providerId="ADAL" clId="{3FEC3322-E668-4940-9FEA-8D078B158638}" dt="2026-03-04T05:44:46.998" v="1936" actId="20577"/>
          <ac:spMkLst>
            <pc:docMk/>
            <pc:sldMk cId="3613081559" sldId="4778"/>
            <ac:spMk id="4" creationId="{C2EEE1EB-5529-4FA4-98E8-7A820B9EBBCB}"/>
          </ac:spMkLst>
        </pc:spChg>
      </pc:sldChg>
      <pc:sldChg chg="addSp delSp modSp mod">
        <pc:chgData name="BIKALPA REGMI" userId="1be02e1a-7b0c-468e-9339-07da1811078b" providerId="ADAL" clId="{3FEC3322-E668-4940-9FEA-8D078B158638}" dt="2026-03-04T04:18:13.032" v="1076" actId="20577"/>
        <pc:sldMkLst>
          <pc:docMk/>
          <pc:sldMk cId="1173541040" sldId="4780"/>
        </pc:sldMkLst>
        <pc:spChg chg="mod">
          <ac:chgData name="BIKALPA REGMI" userId="1be02e1a-7b0c-468e-9339-07da1811078b" providerId="ADAL" clId="{3FEC3322-E668-4940-9FEA-8D078B158638}" dt="2026-03-04T04:18:13.032" v="1076" actId="20577"/>
          <ac:spMkLst>
            <pc:docMk/>
            <pc:sldMk cId="1173541040" sldId="4780"/>
            <ac:spMk id="7" creationId="{7C949C27-3E05-4AA4-A1A8-5696F6F3C356}"/>
          </ac:spMkLst>
        </pc:spChg>
        <pc:spChg chg="add del mod">
          <ac:chgData name="BIKALPA REGMI" userId="1be02e1a-7b0c-468e-9339-07da1811078b" providerId="ADAL" clId="{3FEC3322-E668-4940-9FEA-8D078B158638}" dt="2026-03-04T04:10:09.365" v="912" actId="20577"/>
          <ac:spMkLst>
            <pc:docMk/>
            <pc:sldMk cId="1173541040" sldId="4780"/>
            <ac:spMk id="9" creationId="{FF9D96EA-4B80-4F92-A071-B09915E427CE}"/>
          </ac:spMkLst>
        </pc:spChg>
      </pc:sldChg>
      <pc:sldChg chg="addSp modSp mod">
        <pc:chgData name="BIKALPA REGMI" userId="1be02e1a-7b0c-468e-9339-07da1811078b" providerId="ADAL" clId="{3FEC3322-E668-4940-9FEA-8D078B158638}" dt="2026-03-04T04:19:40.702" v="1180" actId="20577"/>
        <pc:sldMkLst>
          <pc:docMk/>
          <pc:sldMk cId="2143329268" sldId="4781"/>
        </pc:sldMkLst>
        <pc:spChg chg="mod">
          <ac:chgData name="BIKALPA REGMI" userId="1be02e1a-7b0c-468e-9339-07da1811078b" providerId="ADAL" clId="{3FEC3322-E668-4940-9FEA-8D078B158638}" dt="2026-03-04T04:19:40.702" v="1180" actId="20577"/>
          <ac:spMkLst>
            <pc:docMk/>
            <pc:sldMk cId="2143329268" sldId="4781"/>
            <ac:spMk id="4" creationId="{AE016588-9575-44B2-BAA3-5937B6A9EDA0}"/>
          </ac:spMkLst>
        </pc:spChg>
        <pc:picChg chg="add mod">
          <ac:chgData name="BIKALPA REGMI" userId="1be02e1a-7b0c-468e-9339-07da1811078b" providerId="ADAL" clId="{3FEC3322-E668-4940-9FEA-8D078B158638}" dt="2026-03-04T03:37:51.164" v="1"/>
          <ac:picMkLst>
            <pc:docMk/>
            <pc:sldMk cId="2143329268" sldId="4781"/>
            <ac:picMk id="5" creationId="{CBB463F7-5EAD-FD10-31DD-3DBA78BA9F1E}"/>
          </ac:picMkLst>
        </pc:picChg>
        <pc:picChg chg="add mod">
          <ac:chgData name="BIKALPA REGMI" userId="1be02e1a-7b0c-468e-9339-07da1811078b" providerId="ADAL" clId="{3FEC3322-E668-4940-9FEA-8D078B158638}" dt="2026-03-04T04:11:43.163" v="919" actId="14100"/>
          <ac:picMkLst>
            <pc:docMk/>
            <pc:sldMk cId="2143329268" sldId="4781"/>
            <ac:picMk id="6" creationId="{FCA93C0E-12BC-DCF9-2CB6-23EF7A402DC6}"/>
          </ac:picMkLst>
        </pc:picChg>
      </pc:sldChg>
      <pc:sldChg chg="addSp modSp mod">
        <pc:chgData name="BIKALPA REGMI" userId="1be02e1a-7b0c-468e-9339-07da1811078b" providerId="ADAL" clId="{3FEC3322-E668-4940-9FEA-8D078B158638}" dt="2026-03-04T04:29:42.836" v="1296" actId="20577"/>
        <pc:sldMkLst>
          <pc:docMk/>
          <pc:sldMk cId="4221212761" sldId="4782"/>
        </pc:sldMkLst>
        <pc:spChg chg="mod">
          <ac:chgData name="BIKALPA REGMI" userId="1be02e1a-7b0c-468e-9339-07da1811078b" providerId="ADAL" clId="{3FEC3322-E668-4940-9FEA-8D078B158638}" dt="2026-03-04T04:29:42.836" v="1296" actId="20577"/>
          <ac:spMkLst>
            <pc:docMk/>
            <pc:sldMk cId="4221212761" sldId="4782"/>
            <ac:spMk id="4" creationId="{AE016588-9575-44B2-BAA3-5937B6A9EDA0}"/>
          </ac:spMkLst>
        </pc:spChg>
        <pc:picChg chg="add mod">
          <ac:chgData name="BIKALPA REGMI" userId="1be02e1a-7b0c-468e-9339-07da1811078b" providerId="ADAL" clId="{3FEC3322-E668-4940-9FEA-8D078B158638}" dt="2026-03-04T04:23:07.999" v="1184" actId="1076"/>
          <ac:picMkLst>
            <pc:docMk/>
            <pc:sldMk cId="4221212761" sldId="4782"/>
            <ac:picMk id="5" creationId="{16D16648-8F02-F649-FD8B-9AF43B71ABDC}"/>
          </ac:picMkLst>
        </pc:picChg>
      </pc:sldChg>
      <pc:sldChg chg="addSp modSp mod">
        <pc:chgData name="BIKALPA REGMI" userId="1be02e1a-7b0c-468e-9339-07da1811078b" providerId="ADAL" clId="{3FEC3322-E668-4940-9FEA-8D078B158638}" dt="2026-03-04T04:33:59.871" v="1572" actId="255"/>
        <pc:sldMkLst>
          <pc:docMk/>
          <pc:sldMk cId="859750405" sldId="4783"/>
        </pc:sldMkLst>
        <pc:spChg chg="mod">
          <ac:chgData name="BIKALPA REGMI" userId="1be02e1a-7b0c-468e-9339-07da1811078b" providerId="ADAL" clId="{3FEC3322-E668-4940-9FEA-8D078B158638}" dt="2026-03-04T04:33:59.871" v="1572" actId="255"/>
          <ac:spMkLst>
            <pc:docMk/>
            <pc:sldMk cId="859750405" sldId="4783"/>
            <ac:spMk id="4" creationId="{AE016588-9575-44B2-BAA3-5937B6A9EDA0}"/>
          </ac:spMkLst>
        </pc:spChg>
        <pc:picChg chg="add mod">
          <ac:chgData name="BIKALPA REGMI" userId="1be02e1a-7b0c-468e-9339-07da1811078b" providerId="ADAL" clId="{3FEC3322-E668-4940-9FEA-8D078B158638}" dt="2026-03-04T04:24:48.169" v="1188" actId="1076"/>
          <ac:picMkLst>
            <pc:docMk/>
            <pc:sldMk cId="859750405" sldId="4783"/>
            <ac:picMk id="11" creationId="{059E0F55-014A-CF0A-64CF-D1D6ED10BDF9}"/>
          </ac:picMkLst>
        </pc:picChg>
      </pc:sldChg>
      <pc:sldChg chg="addSp modSp mod">
        <pc:chgData name="BIKALPA REGMI" userId="1be02e1a-7b0c-468e-9339-07da1811078b" providerId="ADAL" clId="{3FEC3322-E668-4940-9FEA-8D078B158638}" dt="2026-03-04T05:22:29.560" v="1737" actId="20577"/>
        <pc:sldMkLst>
          <pc:docMk/>
          <pc:sldMk cId="523037342" sldId="4785"/>
        </pc:sldMkLst>
        <pc:spChg chg="mod">
          <ac:chgData name="BIKALPA REGMI" userId="1be02e1a-7b0c-468e-9339-07da1811078b" providerId="ADAL" clId="{3FEC3322-E668-4940-9FEA-8D078B158638}" dt="2026-03-04T05:22:29.560" v="1737" actId="20577"/>
          <ac:spMkLst>
            <pc:docMk/>
            <pc:sldMk cId="523037342" sldId="4785"/>
            <ac:spMk id="4" creationId="{AE016588-9575-44B2-BAA3-5937B6A9EDA0}"/>
          </ac:spMkLst>
        </pc:spChg>
        <pc:picChg chg="add mod">
          <ac:chgData name="BIKALPA REGMI" userId="1be02e1a-7b0c-468e-9339-07da1811078b" providerId="ADAL" clId="{3FEC3322-E668-4940-9FEA-8D078B158638}" dt="2026-03-04T04:36:04.672" v="1575" actId="1076"/>
          <ac:picMkLst>
            <pc:docMk/>
            <pc:sldMk cId="523037342" sldId="4785"/>
            <ac:picMk id="5" creationId="{4FE8C32A-E744-D87B-34A2-7816208C59DE}"/>
          </ac:picMkLst>
        </pc:picChg>
      </pc:sldChg>
      <pc:sldChg chg="addSp delSp modSp mod">
        <pc:chgData name="BIKALPA REGMI" userId="1be02e1a-7b0c-468e-9339-07da1811078b" providerId="ADAL" clId="{3FEC3322-E668-4940-9FEA-8D078B158638}" dt="2026-03-04T05:38:53.299" v="1825" actId="20577"/>
        <pc:sldMkLst>
          <pc:docMk/>
          <pc:sldMk cId="2676349839" sldId="4786"/>
        </pc:sldMkLst>
        <pc:spChg chg="mod">
          <ac:chgData name="BIKALPA REGMI" userId="1be02e1a-7b0c-468e-9339-07da1811078b" providerId="ADAL" clId="{3FEC3322-E668-4940-9FEA-8D078B158638}" dt="2026-03-04T05:35:58.042" v="1768" actId="1076"/>
          <ac:spMkLst>
            <pc:docMk/>
            <pc:sldMk cId="2676349839" sldId="4786"/>
            <ac:spMk id="4" creationId="{AE016588-9575-44B2-BAA3-5937B6A9EDA0}"/>
          </ac:spMkLst>
        </pc:spChg>
        <pc:spChg chg="add mod">
          <ac:chgData name="BIKALPA REGMI" userId="1be02e1a-7b0c-468e-9339-07da1811078b" providerId="ADAL" clId="{3FEC3322-E668-4940-9FEA-8D078B158638}" dt="2026-03-04T05:38:53.299" v="1825" actId="20577"/>
          <ac:spMkLst>
            <pc:docMk/>
            <pc:sldMk cId="2676349839" sldId="4786"/>
            <ac:spMk id="10" creationId="{20E8EDA8-4C5B-5ED4-06FF-E239E46824B7}"/>
          </ac:spMkLst>
        </pc:spChg>
        <pc:picChg chg="add mod">
          <ac:chgData name="BIKALPA REGMI" userId="1be02e1a-7b0c-468e-9339-07da1811078b" providerId="ADAL" clId="{3FEC3322-E668-4940-9FEA-8D078B158638}" dt="2026-03-04T05:34:53.339" v="1764" actId="14100"/>
          <ac:picMkLst>
            <pc:docMk/>
            <pc:sldMk cId="2676349839" sldId="4786"/>
            <ac:picMk id="5" creationId="{C4527464-3366-8648-E75D-94CF513FE097}"/>
          </ac:picMkLst>
        </pc:picChg>
        <pc:picChg chg="add del mod">
          <ac:chgData name="BIKALPA REGMI" userId="1be02e1a-7b0c-468e-9339-07da1811078b" providerId="ADAL" clId="{3FEC3322-E668-4940-9FEA-8D078B158638}" dt="2026-03-04T05:33:49.616" v="1756" actId="478"/>
          <ac:picMkLst>
            <pc:docMk/>
            <pc:sldMk cId="2676349839" sldId="4786"/>
            <ac:picMk id="6" creationId="{4426E3FB-60C1-E1AE-3DD7-AEF73025752E}"/>
          </ac:picMkLst>
        </pc:picChg>
        <pc:picChg chg="add del mod">
          <ac:chgData name="BIKALPA REGMI" userId="1be02e1a-7b0c-468e-9339-07da1811078b" providerId="ADAL" clId="{3FEC3322-E668-4940-9FEA-8D078B158638}" dt="2026-03-04T05:32:13.013" v="1753" actId="478"/>
          <ac:picMkLst>
            <pc:docMk/>
            <pc:sldMk cId="2676349839" sldId="4786"/>
            <ac:picMk id="7" creationId="{37669DFF-9F69-3484-8926-6C468318E962}"/>
          </ac:picMkLst>
        </pc:picChg>
        <pc:picChg chg="add del mod">
          <ac:chgData name="BIKALPA REGMI" userId="1be02e1a-7b0c-468e-9339-07da1811078b" providerId="ADAL" clId="{3FEC3322-E668-4940-9FEA-8D078B158638}" dt="2026-03-04T05:33:49.057" v="1755" actId="478"/>
          <ac:picMkLst>
            <pc:docMk/>
            <pc:sldMk cId="2676349839" sldId="4786"/>
            <ac:picMk id="8" creationId="{732DFA30-E852-6F2F-4B98-1630BF6E5492}"/>
          </ac:picMkLst>
        </pc:picChg>
        <pc:picChg chg="add mod">
          <ac:chgData name="BIKALPA REGMI" userId="1be02e1a-7b0c-468e-9339-07da1811078b" providerId="ADAL" clId="{3FEC3322-E668-4940-9FEA-8D078B158638}" dt="2026-03-04T05:34:48.387" v="1763" actId="1076"/>
          <ac:picMkLst>
            <pc:docMk/>
            <pc:sldMk cId="2676349839" sldId="4786"/>
            <ac:picMk id="9" creationId="{85D4EC17-814A-1053-0D11-9F2F93BCFF88}"/>
          </ac:picMkLst>
        </pc:picChg>
      </pc:sldChg>
      <pc:sldChg chg="addSp delSp modSp add mod">
        <pc:chgData name="BIKALPA REGMI" userId="1be02e1a-7b0c-468e-9339-07da1811078b" providerId="ADAL" clId="{3FEC3322-E668-4940-9FEA-8D078B158638}" dt="2026-03-04T05:40:36.089" v="1839" actId="20577"/>
        <pc:sldMkLst>
          <pc:docMk/>
          <pc:sldMk cId="1719240503" sldId="4787"/>
        </pc:sldMkLst>
        <pc:spChg chg="mod">
          <ac:chgData name="BIKALPA REGMI" userId="1be02e1a-7b0c-468e-9339-07da1811078b" providerId="ADAL" clId="{3FEC3322-E668-4940-9FEA-8D078B158638}" dt="2026-03-04T05:40:36.089" v="1839" actId="20577"/>
          <ac:spMkLst>
            <pc:docMk/>
            <pc:sldMk cId="1719240503" sldId="4787"/>
            <ac:spMk id="4" creationId="{AE016588-9575-44B2-BAA3-5937B6A9EDA0}"/>
          </ac:spMkLst>
        </pc:spChg>
        <pc:spChg chg="mod">
          <ac:chgData name="BIKALPA REGMI" userId="1be02e1a-7b0c-468e-9339-07da1811078b" providerId="ADAL" clId="{3FEC3322-E668-4940-9FEA-8D078B158638}" dt="2026-03-04T05:38:05.457" v="1819" actId="20577"/>
          <ac:spMkLst>
            <pc:docMk/>
            <pc:sldMk cId="1719240503" sldId="4787"/>
            <ac:spMk id="10" creationId="{20E8EDA8-4C5B-5ED4-06FF-E239E46824B7}"/>
          </ac:spMkLst>
        </pc:spChg>
        <pc:picChg chg="del">
          <ac:chgData name="BIKALPA REGMI" userId="1be02e1a-7b0c-468e-9339-07da1811078b" providerId="ADAL" clId="{3FEC3322-E668-4940-9FEA-8D078B158638}" dt="2026-03-04T05:39:59.125" v="1832" actId="478"/>
          <ac:picMkLst>
            <pc:docMk/>
            <pc:sldMk cId="1719240503" sldId="4787"/>
            <ac:picMk id="5" creationId="{C4527464-3366-8648-E75D-94CF513FE097}"/>
          </ac:picMkLst>
        </pc:picChg>
        <pc:picChg chg="add mod">
          <ac:chgData name="BIKALPA REGMI" userId="1be02e1a-7b0c-468e-9339-07da1811078b" providerId="ADAL" clId="{3FEC3322-E668-4940-9FEA-8D078B158638}" dt="2026-03-04T05:39:35.290" v="1827"/>
          <ac:picMkLst>
            <pc:docMk/>
            <pc:sldMk cId="1719240503" sldId="4787"/>
            <ac:picMk id="7" creationId="{4474929A-5BA7-6B07-A1C5-E39636D11541}"/>
          </ac:picMkLst>
        </pc:picChg>
        <pc:picChg chg="add mod">
          <ac:chgData name="BIKALPA REGMI" userId="1be02e1a-7b0c-468e-9339-07da1811078b" providerId="ADAL" clId="{3FEC3322-E668-4940-9FEA-8D078B158638}" dt="2026-03-04T05:39:48.527" v="1831" actId="14100"/>
          <ac:picMkLst>
            <pc:docMk/>
            <pc:sldMk cId="1719240503" sldId="4787"/>
            <ac:picMk id="8" creationId="{53655DA5-B860-79C6-8197-B54BA89A21DB}"/>
          </ac:picMkLst>
        </pc:picChg>
        <pc:picChg chg="del">
          <ac:chgData name="BIKALPA REGMI" userId="1be02e1a-7b0c-468e-9339-07da1811078b" providerId="ADAL" clId="{3FEC3322-E668-4940-9FEA-8D078B158638}" dt="2026-03-04T05:39:36.859" v="1828" actId="21"/>
          <ac:picMkLst>
            <pc:docMk/>
            <pc:sldMk cId="1719240503" sldId="4787"/>
            <ac:picMk id="9" creationId="{85D4EC17-814A-1053-0D11-9F2F93BCFF88}"/>
          </ac:picMkLst>
        </pc:picChg>
        <pc:picChg chg="add mod">
          <ac:chgData name="BIKALPA REGMI" userId="1be02e1a-7b0c-468e-9339-07da1811078b" providerId="ADAL" clId="{3FEC3322-E668-4940-9FEA-8D078B158638}" dt="2026-03-04T05:40:05.319" v="1835" actId="14100"/>
          <ac:picMkLst>
            <pc:docMk/>
            <pc:sldMk cId="1719240503" sldId="4787"/>
            <ac:picMk id="11" creationId="{5D4355FF-1572-3A6E-716E-B080A2F7AE12}"/>
          </ac:picMkLst>
        </pc:picChg>
      </pc:sldChg>
      <pc:sldChg chg="addSp delSp modSp add mod">
        <pc:chgData name="BIKALPA REGMI" userId="1be02e1a-7b0c-468e-9339-07da1811078b" providerId="ADAL" clId="{3FEC3322-E668-4940-9FEA-8D078B158638}" dt="2026-03-04T05:44:19.487" v="1928" actId="20577"/>
        <pc:sldMkLst>
          <pc:docMk/>
          <pc:sldMk cId="581856813" sldId="4788"/>
        </pc:sldMkLst>
        <pc:spChg chg="mod">
          <ac:chgData name="BIKALPA REGMI" userId="1be02e1a-7b0c-468e-9339-07da1811078b" providerId="ADAL" clId="{3FEC3322-E668-4940-9FEA-8D078B158638}" dt="2026-03-04T05:44:19.487" v="1928" actId="20577"/>
          <ac:spMkLst>
            <pc:docMk/>
            <pc:sldMk cId="581856813" sldId="4788"/>
            <ac:spMk id="4" creationId="{AE016588-9575-44B2-BAA3-5937B6A9EDA0}"/>
          </ac:spMkLst>
        </pc:spChg>
        <pc:spChg chg="mod">
          <ac:chgData name="BIKALPA REGMI" userId="1be02e1a-7b0c-468e-9339-07da1811078b" providerId="ADAL" clId="{3FEC3322-E668-4940-9FEA-8D078B158638}" dt="2026-03-04T05:41:35.337" v="1848" actId="20577"/>
          <ac:spMkLst>
            <pc:docMk/>
            <pc:sldMk cId="581856813" sldId="4788"/>
            <ac:spMk id="10" creationId="{20E8EDA8-4C5B-5ED4-06FF-E239E46824B7}"/>
          </ac:spMkLst>
        </pc:spChg>
        <pc:picChg chg="add mod">
          <ac:chgData name="BIKALPA REGMI" userId="1be02e1a-7b0c-468e-9339-07da1811078b" providerId="ADAL" clId="{3FEC3322-E668-4940-9FEA-8D078B158638}" dt="2026-03-04T05:42:03.464" v="1853" actId="1076"/>
          <ac:picMkLst>
            <pc:docMk/>
            <pc:sldMk cId="581856813" sldId="4788"/>
            <ac:picMk id="7" creationId="{D71EC0C6-29FA-696A-0E46-63FC8A8A0397}"/>
          </ac:picMkLst>
        </pc:picChg>
        <pc:picChg chg="del">
          <ac:chgData name="BIKALPA REGMI" userId="1be02e1a-7b0c-468e-9339-07da1811078b" providerId="ADAL" clId="{3FEC3322-E668-4940-9FEA-8D078B158638}" dt="2026-03-04T05:41:50.071" v="1849" actId="478"/>
          <ac:picMkLst>
            <pc:docMk/>
            <pc:sldMk cId="581856813" sldId="4788"/>
            <ac:picMk id="8" creationId="{53655DA5-B860-79C6-8197-B54BA89A21DB}"/>
          </ac:picMkLst>
        </pc:picChg>
        <pc:picChg chg="add mod">
          <ac:chgData name="BIKALPA REGMI" userId="1be02e1a-7b0c-468e-9339-07da1811078b" providerId="ADAL" clId="{3FEC3322-E668-4940-9FEA-8D078B158638}" dt="2026-03-04T05:42:38.199" v="1859" actId="14100"/>
          <ac:picMkLst>
            <pc:docMk/>
            <pc:sldMk cId="581856813" sldId="4788"/>
            <ac:picMk id="9" creationId="{89D32C16-54A6-FF51-541E-B77E38F84454}"/>
          </ac:picMkLst>
        </pc:picChg>
        <pc:picChg chg="del">
          <ac:chgData name="BIKALPA REGMI" userId="1be02e1a-7b0c-468e-9339-07da1811078b" providerId="ADAL" clId="{3FEC3322-E668-4940-9FEA-8D078B158638}" dt="2026-03-04T05:42:18.737" v="1855" actId="478"/>
          <ac:picMkLst>
            <pc:docMk/>
            <pc:sldMk cId="581856813" sldId="4788"/>
            <ac:picMk id="11" creationId="{5D4355FF-1572-3A6E-716E-B080A2F7AE1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4/03/2026</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Zq1QDAkoRzU"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file:///\\quantium.com.au.local\quantiumgroup\Company%20Reference\Brand%20&amp;%20Design\Brand%20videos\Q%20Privacy.mp4"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To view Privacy video explaining how important data privacy is to Quantium, please click here: </a:t>
            </a:r>
            <a:r>
              <a:rPr lang="en-AU" sz="1200" dirty="0">
                <a:solidFill>
                  <a:srgbClr val="000005"/>
                </a:solidFill>
                <a:latin typeface="Roboto Light" panose="02000000000000000000" pitchFamily="2" charset="0"/>
                <a:ea typeface="Roboto Light" panose="02000000000000000000" pitchFamily="2" charset="0"/>
                <a:hlinkClick r:id="rId3"/>
              </a:rPr>
              <a:t>https://www.youtube.com/watch?v=Zq1QDAkoRzU</a:t>
            </a:r>
            <a:endParaRPr lang="en-AU" sz="1200" dirty="0">
              <a:solidFill>
                <a:srgbClr val="000005"/>
              </a:solidFill>
              <a:latin typeface="Roboto Light" panose="02000000000000000000" pitchFamily="2" charset="0"/>
              <a:ea typeface="Roboto Light"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or here </a:t>
            </a:r>
            <a:r>
              <a:rPr lang="en-AU" sz="1200" dirty="0">
                <a:solidFill>
                  <a:srgbClr val="000005"/>
                </a:solidFill>
                <a:latin typeface="Roboto Light" panose="02000000000000000000" pitchFamily="2" charset="0"/>
                <a:ea typeface="Roboto Light" panose="02000000000000000000" pitchFamily="2" charset="0"/>
                <a:hlinkClick r:id="rId4" action="ppaction://hlinkfile"/>
              </a:rPr>
              <a:t>Q:\Company Reference\Brand &amp; Design\Brand videos\Q Privacy.mp4</a:t>
            </a:r>
            <a:endParaRPr lang="en-AU" sz="1200" dirty="0">
              <a:solidFill>
                <a:srgbClr val="000005"/>
              </a:solidFill>
              <a:latin typeface="Roboto Light" panose="02000000000000000000" pitchFamily="2" charset="0"/>
              <a:ea typeface="Roboto Light" panose="02000000000000000000" pitchFamily="2" charset="0"/>
            </a:endParaRP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At Quantium, we believe that data is the behavioural footprint of humanity and that it has to be treated with the utmost care and responsibility. </a:t>
            </a:r>
          </a:p>
          <a:p>
            <a:r>
              <a:rPr lang="en-AU" sz="1200" i="0" kern="1200" dirty="0">
                <a:solidFill>
                  <a:schemeClr val="tx1"/>
                </a:solidFill>
                <a:effectLst/>
                <a:latin typeface="+mn-lt"/>
                <a:ea typeface="+mn-ea"/>
                <a:cs typeface="+mn-cs"/>
              </a:rPr>
              <a:t>Histories, attitudes, indeed lives are stored within it in ways that aren’t always apparent – and that’s what makes its potential so powerful.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To work with it responsibly, sensitively, we set ourselves the highest data privacy protection and governance standards. </a:t>
            </a:r>
          </a:p>
          <a:p>
            <a:r>
              <a:rPr lang="en-AU" sz="1200" i="0" kern="1200" dirty="0">
                <a:solidFill>
                  <a:schemeClr val="tx1"/>
                </a:solidFill>
                <a:effectLst/>
                <a:latin typeface="+mn-lt"/>
                <a:ea typeface="+mn-ea"/>
                <a:cs typeface="+mn-cs"/>
              </a:rPr>
              <a:t>We have spent 17 years perfecting privacy-by-design and secure-by-design principles. Central to this is not holding any personally identifiable information about people – </a:t>
            </a:r>
          </a:p>
          <a:p>
            <a:r>
              <a:rPr lang="en-AU" sz="1200" i="0" kern="1200" dirty="0">
                <a:solidFill>
                  <a:schemeClr val="tx1"/>
                </a:solidFill>
                <a:effectLst/>
                <a:latin typeface="+mn-lt"/>
                <a:ea typeface="+mn-ea"/>
                <a:cs typeface="+mn-cs"/>
              </a:rPr>
              <a:t>we neither receive it, and put the necessary protections in place to be unable to decipher it.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Every aspect of handling data is safeguarded: from its de-identification, to its encryption – data security is paramount and of the highest grade. </a:t>
            </a:r>
          </a:p>
          <a:p>
            <a:r>
              <a:rPr lang="en-AU" sz="1200" i="0" kern="1200" dirty="0">
                <a:solidFill>
                  <a:schemeClr val="tx1"/>
                </a:solidFill>
                <a:effectLst/>
                <a:latin typeface="+mn-lt"/>
                <a:ea typeface="+mn-ea"/>
                <a:cs typeface="+mn-cs"/>
              </a:rPr>
              <a:t>We pride ourselves on gaining the trust of iconic organisations around the world through years of securely working with their data, </a:t>
            </a:r>
          </a:p>
          <a:p>
            <a:r>
              <a:rPr lang="en-AU" sz="1200" i="0" kern="1200" dirty="0">
                <a:solidFill>
                  <a:schemeClr val="tx1"/>
                </a:solidFill>
                <a:effectLst/>
                <a:latin typeface="+mn-lt"/>
                <a:ea typeface="+mn-ea"/>
                <a:cs typeface="+mn-cs"/>
              </a:rPr>
              <a:t>and in turn the trust that builds with their stakeholders.</a:t>
            </a:r>
          </a:p>
          <a:p>
            <a:endParaRPr lang="en-AU" i="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66AC9-2A0D-473B-9623-D34100E64E4F}" type="slidenum">
              <a:rPr kumimoji="0" lang="en-AU" sz="1200" b="0" i="0" u="none" strike="noStrike" kern="1200" cap="none" spc="0" normalizeH="0" baseline="0" noProof="0" smtClean="0">
                <a:ln>
                  <a:noFill/>
                </a:ln>
                <a:solidFill>
                  <a:prstClr val="black"/>
                </a:solidFill>
                <a:effectLst/>
                <a:uLnTx/>
                <a:uFillTx/>
                <a:latin typeface="Roboto Light" panose="020000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dirty="0">
              <a:ln>
                <a:noFill/>
              </a:ln>
              <a:solidFill>
                <a:prstClr val="black"/>
              </a:solidFill>
              <a:effectLst/>
              <a:uLnTx/>
              <a:uFillTx/>
              <a:latin typeface="Roboto Light" panose="02000000000000000000" pitchFamily="2" charset="0"/>
              <a:ea typeface="+mn-ea"/>
              <a:cs typeface="+mn-cs"/>
            </a:endParaRPr>
          </a:p>
        </p:txBody>
      </p:sp>
    </p:spTree>
    <p:extLst>
      <p:ext uri="{BB962C8B-B14F-4D97-AF65-F5344CB8AC3E}">
        <p14:creationId xmlns:p14="http://schemas.microsoft.com/office/powerpoint/2010/main" val="1093749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D4566AC9-2A0D-473B-9623-D34100E64E4F}" type="slidenum">
              <a:rPr lang="en-AU" smtClean="0"/>
              <a:t>13</a:t>
            </a:fld>
            <a:endParaRPr lang="en-AU" dirty="0"/>
          </a:p>
        </p:txBody>
      </p:sp>
    </p:spTree>
    <p:extLst>
      <p:ext uri="{BB962C8B-B14F-4D97-AF65-F5344CB8AC3E}">
        <p14:creationId xmlns:p14="http://schemas.microsoft.com/office/powerpoint/2010/main" val="36071273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12.jpg"/></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14.jpg"/></Relationships>
</file>

<file path=ppt/slides/_rels/slide1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16.jp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p:txBody>
          <a:bodyPr/>
          <a:lstStyle/>
          <a:p>
            <a:r>
              <a:rPr lang="en-AU" dirty="0"/>
              <a:t>Category review: Chips</a:t>
            </a:r>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AU" dirty="0"/>
              <a:t>Retail Analytics</a:t>
            </a:r>
          </a:p>
          <a:p>
            <a:endParaRPr lang="en-AU" dirty="0"/>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rPr lang="en-AU" dirty="0"/>
              <a:t>Feb 2026</a:t>
            </a:r>
          </a:p>
        </p:txBody>
      </p:sp>
      <p:grpSp>
        <p:nvGrpSpPr>
          <p:cNvPr id="8" name="Group 7">
            <a:extLst>
              <a:ext uri="{FF2B5EF4-FFF2-40B4-BE49-F238E27FC236}">
                <a16:creationId xmlns:a16="http://schemas.microsoft.com/office/drawing/2014/main" id="{62DE0454-0BA4-4386-B622-8EA467037A0C}"/>
              </a:ext>
            </a:extLst>
          </p:cNvPr>
          <p:cNvGrpSpPr/>
          <p:nvPr/>
        </p:nvGrpSpPr>
        <p:grpSpPr>
          <a:xfrm>
            <a:off x="12294760" y="5621533"/>
            <a:ext cx="1981965" cy="1236467"/>
            <a:chOff x="8857913" y="1025653"/>
            <a:chExt cx="1981965" cy="1236467"/>
          </a:xfrm>
        </p:grpSpPr>
        <p:sp>
          <p:nvSpPr>
            <p:cNvPr id="9" name="Rectangle 8">
              <a:extLst>
                <a:ext uri="{FF2B5EF4-FFF2-40B4-BE49-F238E27FC236}">
                  <a16:creationId xmlns:a16="http://schemas.microsoft.com/office/drawing/2014/main" id="{28F865C8-FAEC-405F-A99C-B9D8A0EB3A29}"/>
                </a:ext>
              </a:extLst>
            </p:cNvPr>
            <p:cNvSpPr/>
            <p:nvPr/>
          </p:nvSpPr>
          <p:spPr>
            <a:xfrm>
              <a:off x="8857914" y="1025653"/>
              <a:ext cx="1981964" cy="1236467"/>
            </a:xfrm>
            <a:prstGeom prst="rect">
              <a:avLst/>
            </a:prstGeom>
            <a:solidFill>
              <a:srgbClr val="FFFFFF"/>
            </a:solidFill>
            <a:ln>
              <a:solidFill>
                <a:srgbClr val="C7C5C4"/>
              </a:solidFill>
            </a:ln>
          </p:spPr>
          <p:style>
            <a:lnRef idx="2">
              <a:schemeClr val="accent1">
                <a:shade val="50000"/>
              </a:schemeClr>
            </a:lnRef>
            <a:fillRef idx="1">
              <a:schemeClr val="accent1"/>
            </a:fillRef>
            <a:effectRef idx="0">
              <a:schemeClr val="accent1"/>
            </a:effectRef>
            <a:fontRef idx="minor">
              <a:schemeClr val="lt1"/>
            </a:fontRef>
          </p:style>
          <p:txBody>
            <a:bodyPr tIns="468000" rtlCol="0" anchor="t"/>
            <a:lstStyle/>
            <a:p>
              <a:r>
                <a:rPr lang="en-AU" sz="1000" dirty="0">
                  <a:solidFill>
                    <a:srgbClr val="EF9B47"/>
                  </a:solidFill>
                  <a:latin typeface="Roboto Medium" panose="02000000000000000000" pitchFamily="2" charset="0"/>
                  <a:ea typeface="Roboto Light" panose="02000000000000000000" pitchFamily="2" charset="0"/>
                </a:rPr>
                <a:t>Brand note:</a:t>
              </a:r>
              <a:r>
                <a:rPr lang="en-AU" sz="1000" dirty="0">
                  <a:solidFill>
                    <a:srgbClr val="000005"/>
                  </a:solidFill>
                  <a:latin typeface="Roboto Light" panose="02000000000000000000" pitchFamily="2" charset="0"/>
                  <a:ea typeface="Roboto Light" panose="02000000000000000000" pitchFamily="2" charset="0"/>
                </a:rPr>
                <a:t> If client logo is not required, use alternate title page layout </a:t>
              </a:r>
              <a:r>
                <a:rPr lang="en-AU" sz="1000" dirty="0">
                  <a:solidFill>
                    <a:srgbClr val="000005"/>
                  </a:solidFill>
                  <a:latin typeface="Roboto Medium" panose="02000000000000000000" pitchFamily="2" charset="0"/>
                  <a:ea typeface="Roboto Light" panose="02000000000000000000" pitchFamily="2" charset="0"/>
                </a:rPr>
                <a:t>right click slide thumbnail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Layout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Title</a:t>
              </a:r>
              <a:endParaRPr lang="en-US" sz="1000" dirty="0">
                <a:solidFill>
                  <a:srgbClr val="000005"/>
                </a:solidFill>
                <a:latin typeface="Roboto Medium" panose="02000000000000000000" pitchFamily="2" charset="0"/>
                <a:ea typeface="Roboto Light" panose="02000000000000000000" pitchFamily="2" charset="0"/>
              </a:endParaRPr>
            </a:p>
          </p:txBody>
        </p:sp>
        <p:grpSp>
          <p:nvGrpSpPr>
            <p:cNvPr id="10" name="Group 4">
              <a:extLst>
                <a:ext uri="{FF2B5EF4-FFF2-40B4-BE49-F238E27FC236}">
                  <a16:creationId xmlns:a16="http://schemas.microsoft.com/office/drawing/2014/main" id="{1390E5FF-ED06-4ED3-A2A7-5F6C5ED46959}"/>
                </a:ext>
              </a:extLst>
            </p:cNvPr>
            <p:cNvGrpSpPr>
              <a:grpSpLocks noChangeAspect="1"/>
            </p:cNvGrpSpPr>
            <p:nvPr/>
          </p:nvGrpSpPr>
          <p:grpSpPr bwMode="auto">
            <a:xfrm>
              <a:off x="8857913" y="1025653"/>
              <a:ext cx="356123" cy="320040"/>
              <a:chOff x="2932" y="1344"/>
              <a:chExt cx="1816" cy="1632"/>
            </a:xfrm>
            <a:solidFill>
              <a:srgbClr val="C7C5C4"/>
            </a:solidFill>
          </p:grpSpPr>
          <p:sp>
            <p:nvSpPr>
              <p:cNvPr id="11" name="Freeform 5">
                <a:extLst>
                  <a:ext uri="{FF2B5EF4-FFF2-40B4-BE49-F238E27FC236}">
                    <a16:creationId xmlns:a16="http://schemas.microsoft.com/office/drawing/2014/main"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sp>
            <p:nvSpPr>
              <p:cNvPr id="12" name="Freeform 6">
                <a:extLst>
                  <a:ext uri="{FF2B5EF4-FFF2-40B4-BE49-F238E27FC236}">
                    <a16:creationId xmlns:a16="http://schemas.microsoft.com/office/drawing/2014/main"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grpSp>
      </p:gr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11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9D77A-B8A0-4A6B-9682-3967E6998622}"/>
              </a:ext>
            </a:extLst>
          </p:cNvPr>
          <p:cNvSpPr>
            <a:spLocks noGrp="1"/>
          </p:cNvSpPr>
          <p:nvPr>
            <p:ph type="body" sz="quarter" idx="10"/>
          </p:nvPr>
        </p:nvSpPr>
        <p:spPr/>
        <p:txBody>
          <a:bodyPr/>
          <a:lstStyle/>
          <a:p>
            <a:r>
              <a:rPr lang="en-AU" dirty="0"/>
              <a:t>Executive summary</a:t>
            </a:r>
          </a:p>
        </p:txBody>
      </p:sp>
      <p:sp>
        <p:nvSpPr>
          <p:cNvPr id="3" name="Oval 2">
            <a:extLst>
              <a:ext uri="{FF2B5EF4-FFF2-40B4-BE49-F238E27FC236}">
                <a16:creationId xmlns:a16="http://schemas.microsoft.com/office/drawing/2014/main" id="{FE834D79-C5FB-44EF-9EA0-68006A9AFE55}"/>
              </a:ext>
            </a:extLst>
          </p:cNvPr>
          <p:cNvSpPr/>
          <p:nvPr/>
        </p:nvSpPr>
        <p:spPr>
          <a:xfrm>
            <a:off x="1196975" y="1905000"/>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01</a:t>
            </a:r>
          </a:p>
        </p:txBody>
      </p:sp>
      <p:sp>
        <p:nvSpPr>
          <p:cNvPr id="4" name="Oval 3">
            <a:extLst>
              <a:ext uri="{FF2B5EF4-FFF2-40B4-BE49-F238E27FC236}">
                <a16:creationId xmlns:a16="http://schemas.microsoft.com/office/drawing/2014/main" id="{6119FD76-5291-4DCE-ABA7-CB4071977446}"/>
              </a:ext>
            </a:extLst>
          </p:cNvPr>
          <p:cNvSpPr/>
          <p:nvPr/>
        </p:nvSpPr>
        <p:spPr>
          <a:xfrm>
            <a:off x="1196975" y="4095579"/>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a:solidFill>
                  <a:srgbClr val="000000"/>
                </a:solidFill>
                <a:latin typeface="Roboto Light" panose="02000000000000000000" pitchFamily="2" charset="0"/>
                <a:ea typeface="Roboto Light" panose="02000000000000000000" pitchFamily="2" charset="0"/>
              </a:rPr>
              <a:t>02</a:t>
            </a:r>
            <a:endParaRPr lang="en-AU" dirty="0" err="1">
              <a:solidFill>
                <a:srgbClr val="000000"/>
              </a:solidFill>
              <a:latin typeface="Roboto Light" panose="02000000000000000000" pitchFamily="2" charset="0"/>
              <a:ea typeface="Roboto Light" panose="02000000000000000000" pitchFamily="2" charset="0"/>
            </a:endParaRPr>
          </a:p>
        </p:txBody>
      </p:sp>
      <p:sp>
        <p:nvSpPr>
          <p:cNvPr id="5" name="TextBox 4">
            <a:extLst>
              <a:ext uri="{FF2B5EF4-FFF2-40B4-BE49-F238E27FC236}">
                <a16:creationId xmlns:a16="http://schemas.microsoft.com/office/drawing/2014/main" id="{736F57D6-777D-47CD-9A7C-C2F9BFD0AD6D}"/>
              </a:ext>
            </a:extLst>
          </p:cNvPr>
          <p:cNvSpPr txBox="1"/>
          <p:nvPr/>
        </p:nvSpPr>
        <p:spPr>
          <a:xfrm>
            <a:off x="1935586" y="1967886"/>
            <a:ext cx="1896185" cy="1718741"/>
          </a:xfrm>
          <a:prstGeom prst="rect">
            <a:avLst/>
          </a:prstGeom>
          <a:noFill/>
        </p:spPr>
        <p:txBody>
          <a:bodyPr wrap="square" lIns="0" tIns="0" rIns="0" bIns="0" rtlCol="0" anchor="t">
            <a:noAutofit/>
          </a:bodyPr>
          <a:lstStyle/>
          <a:p>
            <a:pPr algn="l"/>
            <a:r>
              <a:rPr lang="en-AU" sz="1400" dirty="0">
                <a:latin typeface="Roboto" panose="02000000000000000000" pitchFamily="2" charset="0"/>
                <a:ea typeface="Roboto" panose="02000000000000000000" pitchFamily="2" charset="0"/>
                <a:cs typeface="Roboto" panose="02000000000000000000" pitchFamily="2" charset="0"/>
              </a:rPr>
              <a:t>Task 1</a:t>
            </a:r>
          </a:p>
        </p:txBody>
      </p:sp>
      <p:sp>
        <p:nvSpPr>
          <p:cNvPr id="6" name="TextBox 5">
            <a:extLst>
              <a:ext uri="{FF2B5EF4-FFF2-40B4-BE49-F238E27FC236}">
                <a16:creationId xmlns:a16="http://schemas.microsoft.com/office/drawing/2014/main" id="{137F3905-5F88-4AD8-B8BF-328D7125D24F}"/>
              </a:ext>
            </a:extLst>
          </p:cNvPr>
          <p:cNvSpPr txBox="1"/>
          <p:nvPr/>
        </p:nvSpPr>
        <p:spPr>
          <a:xfrm>
            <a:off x="1935586" y="4158465"/>
            <a:ext cx="1896185" cy="1718741"/>
          </a:xfrm>
          <a:prstGeom prst="rect">
            <a:avLst/>
          </a:prstGeom>
          <a:noFill/>
        </p:spPr>
        <p:txBody>
          <a:bodyPr wrap="square" lIns="0" tIns="0" rIns="0" bIns="0" rtlCol="0" anchor="t">
            <a:noAutofit/>
          </a:bodyPr>
          <a:lstStyle/>
          <a:p>
            <a:pPr algn="l"/>
            <a:r>
              <a:rPr lang="en-AU" sz="1400">
                <a:latin typeface="Roboto" panose="02000000000000000000" pitchFamily="2" charset="0"/>
                <a:ea typeface="Roboto" panose="02000000000000000000" pitchFamily="2" charset="0"/>
                <a:cs typeface="Roboto" panose="02000000000000000000" pitchFamily="2" charset="0"/>
              </a:rPr>
              <a:t>Task 2</a:t>
            </a:r>
            <a:endParaRPr lang="en-AU" sz="1400" dirty="0">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7C949C27-3E05-4AA4-A1A8-5696F6F3C356}"/>
              </a:ext>
            </a:extLst>
          </p:cNvPr>
          <p:cNvSpPr txBox="1"/>
          <p:nvPr/>
        </p:nvSpPr>
        <p:spPr>
          <a:xfrm>
            <a:off x="4095585" y="1967887"/>
            <a:ext cx="7580989" cy="1718742"/>
          </a:xfrm>
          <a:prstGeom prst="rect">
            <a:avLst/>
          </a:prstGeom>
          <a:noFill/>
        </p:spPr>
        <p:txBody>
          <a:bodyPr wrap="square" lIns="0" tIns="0" rIns="0" bIns="0" rtlCol="0" anchor="t">
            <a:noAutofit/>
          </a:bodyPr>
          <a:lstStyle/>
          <a:p>
            <a:pPr marL="228600" indent="-228600" algn="l">
              <a:buFont typeface="+mj-lt"/>
              <a:buAutoNum type="alphaLcParenR"/>
            </a:pPr>
            <a:r>
              <a:rPr lang="en-AU" sz="1600" dirty="0">
                <a:latin typeface="Roboto Light" panose="02000000000000000000" pitchFamily="2" charset="0"/>
                <a:ea typeface="Roboto Light" panose="02000000000000000000" pitchFamily="2" charset="0"/>
              </a:rPr>
              <a:t> The sales of chips were observed increase until some couple of days before Christmas. This can be </a:t>
            </a:r>
            <a:r>
              <a:rPr lang="en-AU" sz="1600" dirty="0" err="1">
                <a:latin typeface="Roboto Light" panose="02000000000000000000" pitchFamily="2" charset="0"/>
                <a:ea typeface="Roboto Light" panose="02000000000000000000" pitchFamily="2" charset="0"/>
              </a:rPr>
              <a:t>considerd</a:t>
            </a:r>
            <a:r>
              <a:rPr lang="en-AU" sz="1600" dirty="0">
                <a:latin typeface="Roboto Light" panose="02000000000000000000" pitchFamily="2" charset="0"/>
                <a:ea typeface="Roboto Light" panose="02000000000000000000" pitchFamily="2" charset="0"/>
              </a:rPr>
              <a:t>   great chance to capitalize this momentum with special offers and discounts.</a:t>
            </a:r>
          </a:p>
          <a:p>
            <a:pPr marL="228600" indent="-228600" algn="l">
              <a:buFont typeface="+mj-lt"/>
              <a:buAutoNum type="alphaLcParenR"/>
            </a:pPr>
            <a:r>
              <a:rPr lang="en-AU" sz="1600" dirty="0">
                <a:latin typeface="Roboto Light" panose="02000000000000000000" pitchFamily="2" charset="0"/>
                <a:ea typeface="Roboto Light" panose="02000000000000000000" pitchFamily="2" charset="0"/>
              </a:rPr>
              <a:t>The main Stream young single\couples were observed contributing more to the sales of chips.</a:t>
            </a:r>
          </a:p>
          <a:p>
            <a:pPr marL="228600" indent="-228600" algn="l">
              <a:buFont typeface="+mj-lt"/>
              <a:buAutoNum type="alphaLcParenR"/>
            </a:pPr>
            <a:r>
              <a:rPr lang="en-AU" sz="1600" dirty="0">
                <a:latin typeface="Roboto Light" panose="02000000000000000000" pitchFamily="2" charset="0"/>
                <a:ea typeface="Roboto Light" panose="02000000000000000000" pitchFamily="2" charset="0"/>
              </a:rPr>
              <a:t>Older Families &amp; Young Families were found to purchase more chips compared to other life stages.</a:t>
            </a:r>
          </a:p>
          <a:p>
            <a:pPr marL="228600" indent="-228600" algn="l">
              <a:buFont typeface="+mj-lt"/>
              <a:buAutoNum type="alphaLcParenR"/>
            </a:pPr>
            <a:endParaRPr lang="en-AU" sz="1600" dirty="0">
              <a:latin typeface="Roboto Light" panose="02000000000000000000" pitchFamily="2" charset="0"/>
              <a:ea typeface="Roboto Light" panose="02000000000000000000" pitchFamily="2" charset="0"/>
            </a:endParaRPr>
          </a:p>
        </p:txBody>
      </p:sp>
      <p:sp>
        <p:nvSpPr>
          <p:cNvPr id="9" name="TextBox 8">
            <a:extLst>
              <a:ext uri="{FF2B5EF4-FFF2-40B4-BE49-F238E27FC236}">
                <a16:creationId xmlns:a16="http://schemas.microsoft.com/office/drawing/2014/main" id="{FF9D96EA-4B80-4F92-A071-B09915E427CE}"/>
              </a:ext>
            </a:extLst>
          </p:cNvPr>
          <p:cNvSpPr txBox="1"/>
          <p:nvPr/>
        </p:nvSpPr>
        <p:spPr>
          <a:xfrm>
            <a:off x="4095585" y="4158466"/>
            <a:ext cx="7580989" cy="1718742"/>
          </a:xfrm>
          <a:prstGeom prst="rect">
            <a:avLst/>
          </a:prstGeom>
          <a:noFill/>
        </p:spPr>
        <p:txBody>
          <a:bodyPr wrap="square" lIns="0" tIns="0" rIns="0" bIns="0" rtlCol="0" anchor="t">
            <a:noAutofit/>
          </a:bodyPr>
          <a:lstStyle/>
          <a:p>
            <a:pPr marL="342900" indent="-342900">
              <a:buFont typeface="+mj-lt"/>
              <a:buAutoNum type="alphaLcParenR"/>
            </a:pPr>
            <a:r>
              <a:rPr lang="en-AU" sz="1600" dirty="0">
                <a:latin typeface="Roboto Light" panose="02000000000000000000" pitchFamily="2" charset="0"/>
                <a:ea typeface="Roboto Light" panose="02000000000000000000" pitchFamily="2" charset="0"/>
              </a:rPr>
              <a:t>Control store of 233,155 &amp; 237 were </a:t>
            </a:r>
            <a:r>
              <a:rPr lang="en-AU" sz="1600" dirty="0" err="1">
                <a:latin typeface="Roboto Light" panose="02000000000000000000" pitchFamily="2" charset="0"/>
                <a:ea typeface="Roboto Light" panose="02000000000000000000" pitchFamily="2" charset="0"/>
              </a:rPr>
              <a:t>choosen</a:t>
            </a:r>
            <a:r>
              <a:rPr lang="en-AU" sz="1600" dirty="0">
                <a:latin typeface="Roboto Light" panose="02000000000000000000" pitchFamily="2" charset="0"/>
                <a:ea typeface="Roboto Light" panose="02000000000000000000" pitchFamily="2" charset="0"/>
              </a:rPr>
              <a:t> for trial store 77,86 &amp; 88 in order to replicate previous performance.</a:t>
            </a:r>
          </a:p>
          <a:p>
            <a:pPr marL="342900" indent="-342900">
              <a:buFont typeface="+mj-lt"/>
              <a:buAutoNum type="alphaLcParenR"/>
            </a:pPr>
            <a:r>
              <a:rPr lang="en-AU" sz="1600" dirty="0">
                <a:latin typeface="Roboto Light" panose="02000000000000000000" pitchFamily="2" charset="0"/>
                <a:ea typeface="Roboto Light" panose="02000000000000000000" pitchFamily="2" charset="0"/>
              </a:rPr>
              <a:t>During the trial period, the stores 77 &amp; 88 differed considerably from control store in term of both sales and customer Count.</a:t>
            </a:r>
          </a:p>
          <a:p>
            <a:pPr marL="342900" indent="-342900">
              <a:buFont typeface="+mj-lt"/>
              <a:buAutoNum type="alphaLcParenR"/>
            </a:pPr>
            <a:r>
              <a:rPr lang="en-AU" sz="1600" dirty="0">
                <a:latin typeface="Roboto Light" panose="02000000000000000000" pitchFamily="2" charset="0"/>
                <a:ea typeface="Roboto Light" panose="02000000000000000000" pitchFamily="2" charset="0"/>
              </a:rPr>
              <a:t>However, the increase in trial store 88 was not substantial compared to control store.</a:t>
            </a:r>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01</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Category</a:t>
            </a:r>
          </a:p>
        </p:txBody>
      </p:sp>
    </p:spTree>
    <p:extLst>
      <p:ext uri="{BB962C8B-B14F-4D97-AF65-F5344CB8AC3E}">
        <p14:creationId xmlns:p14="http://schemas.microsoft.com/office/powerpoint/2010/main" val="117606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sz="2000" dirty="0"/>
              <a:t>The Transactions of chips gradually grew as the </a:t>
            </a:r>
            <a:r>
              <a:rPr lang="en-AU" sz="2000" dirty="0" err="1"/>
              <a:t>christmas</a:t>
            </a:r>
            <a:r>
              <a:rPr lang="en-AU" sz="2000" dirty="0"/>
              <a:t> approached. The dip on 25</a:t>
            </a:r>
            <a:r>
              <a:rPr lang="en-AU" sz="2000" baseline="30000" dirty="0"/>
              <a:t>th</a:t>
            </a:r>
            <a:r>
              <a:rPr lang="en-AU" sz="2000" dirty="0"/>
              <a:t> dec indicates the stores remained close on Christmas. The transactions slowly started to decline after Christmas.</a:t>
            </a:r>
          </a:p>
        </p:txBody>
      </p:sp>
      <p:pic>
        <p:nvPicPr>
          <p:cNvPr id="10" name="Picture 9">
            <a:extLst>
              <a:ext uri="{FF2B5EF4-FFF2-40B4-BE49-F238E27FC236}">
                <a16:creationId xmlns:a16="http://schemas.microsoft.com/office/drawing/2014/main" id="{24EC22A1-04A8-4C1E-B24F-AD7AA2EA4F2E}"/>
              </a:ext>
            </a:extLst>
          </p:cNvPr>
          <p:cNvPicPr>
            <a:picLocks noChangeAspect="1"/>
          </p:cNvPicPr>
          <p:nvPr/>
        </p:nvPicPr>
        <p:blipFill>
          <a:blip r:embed="rId2"/>
          <a:stretch>
            <a:fillRect/>
          </a:stretch>
        </p:blipFill>
        <p:spPr>
          <a:xfrm>
            <a:off x="12316275" y="0"/>
            <a:ext cx="1993565" cy="1639966"/>
          </a:xfrm>
          <a:prstGeom prst="rect">
            <a:avLst/>
          </a:prstGeom>
        </p:spPr>
      </p:pic>
      <p:pic>
        <p:nvPicPr>
          <p:cNvPr id="6" name="Picture 5">
            <a:extLst>
              <a:ext uri="{FF2B5EF4-FFF2-40B4-BE49-F238E27FC236}">
                <a16:creationId xmlns:a16="http://schemas.microsoft.com/office/drawing/2014/main" id="{FCA93C0E-12BC-DCF9-2CB6-23EF7A402DC6}"/>
              </a:ext>
            </a:extLst>
          </p:cNvPr>
          <p:cNvPicPr/>
          <p:nvPr/>
        </p:nvPicPr>
        <p:blipFill>
          <a:blip r:embed="rId3"/>
          <a:stretch>
            <a:fillRect/>
          </a:stretch>
        </p:blipFill>
        <p:spPr>
          <a:xfrm>
            <a:off x="2649894" y="1940767"/>
            <a:ext cx="7473950" cy="4317003"/>
          </a:xfrm>
          <a:prstGeom prst="rect">
            <a:avLst/>
          </a:prstGeom>
        </p:spPr>
      </p:pic>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dirty="0"/>
              <a:t>Older and younger families are the customers that make the largest average transactional purchase.</a:t>
            </a:r>
          </a:p>
        </p:txBody>
      </p:sp>
      <p:pic>
        <p:nvPicPr>
          <p:cNvPr id="2" name="Picture 1">
            <a:extLst>
              <a:ext uri="{FF2B5EF4-FFF2-40B4-BE49-F238E27FC236}">
                <a16:creationId xmlns:a16="http://schemas.microsoft.com/office/drawing/2014/main" id="{2781A415-F032-4F8D-8E46-30A45BF5E7F5}"/>
              </a:ext>
            </a:extLst>
          </p:cNvPr>
          <p:cNvPicPr>
            <a:picLocks noChangeAspect="1"/>
          </p:cNvPicPr>
          <p:nvPr/>
        </p:nvPicPr>
        <p:blipFill>
          <a:blip r:embed="rId2"/>
          <a:stretch>
            <a:fillRect/>
          </a:stretch>
        </p:blipFill>
        <p:spPr>
          <a:xfrm>
            <a:off x="12327032" y="0"/>
            <a:ext cx="1993565" cy="1457070"/>
          </a:xfrm>
          <a:prstGeom prst="rect">
            <a:avLst/>
          </a:prstGeom>
        </p:spPr>
      </p:pic>
      <p:pic>
        <p:nvPicPr>
          <p:cNvPr id="5" name="Picture 4">
            <a:extLst>
              <a:ext uri="{FF2B5EF4-FFF2-40B4-BE49-F238E27FC236}">
                <a16:creationId xmlns:a16="http://schemas.microsoft.com/office/drawing/2014/main" id="{16D16648-8F02-F649-FD8B-9AF43B71ABDC}"/>
              </a:ext>
            </a:extLst>
          </p:cNvPr>
          <p:cNvPicPr/>
          <p:nvPr/>
        </p:nvPicPr>
        <p:blipFill>
          <a:blip r:embed="rId3"/>
          <a:stretch>
            <a:fillRect/>
          </a:stretch>
        </p:blipFill>
        <p:spPr>
          <a:xfrm>
            <a:off x="2535289" y="2407299"/>
            <a:ext cx="7420474" cy="3792058"/>
          </a:xfrm>
          <a:prstGeom prst="rect">
            <a:avLst/>
          </a:prstGeom>
        </p:spPr>
      </p:pic>
    </p:spTree>
    <p:extLst>
      <p:ext uri="{BB962C8B-B14F-4D97-AF65-F5344CB8AC3E}">
        <p14:creationId xmlns:p14="http://schemas.microsoft.com/office/powerpoint/2010/main" val="422121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sz="2000" dirty="0"/>
              <a:t>While majority of mainstream young\single couples and mainstream retirees contribute to total number of sales, budget older &amp; Younger families also are valuable customers in term of sales.</a:t>
            </a:r>
          </a:p>
        </p:txBody>
      </p:sp>
      <p:grpSp>
        <p:nvGrpSpPr>
          <p:cNvPr id="3" name="Group 2">
            <a:extLst>
              <a:ext uri="{FF2B5EF4-FFF2-40B4-BE49-F238E27FC236}">
                <a16:creationId xmlns:a16="http://schemas.microsoft.com/office/drawing/2014/main" id="{C64A4D7E-5CE1-40B1-A3A1-7099B09FC741}"/>
              </a:ext>
            </a:extLst>
          </p:cNvPr>
          <p:cNvGrpSpPr/>
          <p:nvPr/>
        </p:nvGrpSpPr>
        <p:grpSpPr>
          <a:xfrm>
            <a:off x="12294760" y="-281940"/>
            <a:ext cx="1536700" cy="601980"/>
            <a:chOff x="12294760" y="-281940"/>
            <a:chExt cx="1536700" cy="601980"/>
          </a:xfrm>
        </p:grpSpPr>
        <p:grpSp>
          <p:nvGrpSpPr>
            <p:cNvPr id="7" name="Group 6">
              <a:extLst>
                <a:ext uri="{FF2B5EF4-FFF2-40B4-BE49-F238E27FC236}">
                  <a16:creationId xmlns:a16="http://schemas.microsoft.com/office/drawing/2014/main" id="{5ABE3127-33CB-42CF-A27A-EC6C1ECB12E5}"/>
                </a:ext>
              </a:extLst>
            </p:cNvPr>
            <p:cNvGrpSpPr>
              <a:grpSpLocks noChangeAspect="1"/>
            </p:cNvGrpSpPr>
            <p:nvPr/>
          </p:nvGrpSpPr>
          <p:grpSpPr bwMode="auto">
            <a:xfrm>
              <a:off x="12294760" y="0"/>
              <a:ext cx="356123" cy="320040"/>
              <a:chOff x="2932" y="1344"/>
              <a:chExt cx="1816" cy="1632"/>
            </a:xfrm>
            <a:solidFill>
              <a:srgbClr val="C7C5C4"/>
            </a:solidFill>
          </p:grpSpPr>
          <p:sp>
            <p:nvSpPr>
              <p:cNvPr id="8" name="Freeform 5">
                <a:extLst>
                  <a:ext uri="{FF2B5EF4-FFF2-40B4-BE49-F238E27FC236}">
                    <a16:creationId xmlns:a16="http://schemas.microsoft.com/office/drawing/2014/main" id="{76C834A1-3C8D-4F0B-9DC2-B47995918C84}"/>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sp>
            <p:nvSpPr>
              <p:cNvPr id="9" name="Freeform 6">
                <a:extLst>
                  <a:ext uri="{FF2B5EF4-FFF2-40B4-BE49-F238E27FC236}">
                    <a16:creationId xmlns:a16="http://schemas.microsoft.com/office/drawing/2014/main" id="{D6468F9D-0AD4-4007-AC37-4F15C9D8A8EC}"/>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grpSp>
        <p:sp>
          <p:nvSpPr>
            <p:cNvPr id="10" name="TextBox 9">
              <a:extLst>
                <a:ext uri="{FF2B5EF4-FFF2-40B4-BE49-F238E27FC236}">
                  <a16:creationId xmlns:a16="http://schemas.microsoft.com/office/drawing/2014/main" id="{FA4B0528-07DD-4828-80A1-38D6807189A0}"/>
                </a:ext>
              </a:extLst>
            </p:cNvPr>
            <p:cNvSpPr txBox="1"/>
            <p:nvPr/>
          </p:nvSpPr>
          <p:spPr>
            <a:xfrm>
              <a:off x="12294760" y="-281940"/>
              <a:ext cx="1536700" cy="318079"/>
            </a:xfrm>
            <a:prstGeom prst="rect">
              <a:avLst/>
            </a:prstGeom>
            <a:noFill/>
          </p:spPr>
          <p:txBody>
            <a:bodyPr wrap="square" lIns="0" tIns="0" rIns="0" bIns="0" rtlCol="0" anchor="t">
              <a:noAutofit/>
            </a:bodyPr>
            <a:lstStyle/>
            <a:p>
              <a:pPr algn="l"/>
              <a:r>
                <a:rPr lang="en-AU" sz="1200" dirty="0">
                  <a:solidFill>
                    <a:srgbClr val="EF6347"/>
                  </a:solidFill>
                  <a:latin typeface="Roboto Light" panose="02000000000000000000" pitchFamily="2" charset="0"/>
                  <a:ea typeface="Roboto Light" panose="02000000000000000000" pitchFamily="2" charset="0"/>
                </a:rPr>
                <a:t>Editable (delete this)</a:t>
              </a:r>
            </a:p>
          </p:txBody>
        </p:sp>
      </p:grpSp>
      <p:pic>
        <p:nvPicPr>
          <p:cNvPr id="2" name="Picture 1">
            <a:extLst>
              <a:ext uri="{FF2B5EF4-FFF2-40B4-BE49-F238E27FC236}">
                <a16:creationId xmlns:a16="http://schemas.microsoft.com/office/drawing/2014/main" id="{6F60F370-EAE9-40DE-8EF3-35656B5314C6}"/>
              </a:ext>
            </a:extLst>
          </p:cNvPr>
          <p:cNvPicPr>
            <a:picLocks noChangeAspect="1"/>
          </p:cNvPicPr>
          <p:nvPr/>
        </p:nvPicPr>
        <p:blipFill>
          <a:blip r:embed="rId2"/>
          <a:stretch>
            <a:fillRect/>
          </a:stretch>
        </p:blipFill>
        <p:spPr>
          <a:xfrm>
            <a:off x="12294760" y="0"/>
            <a:ext cx="1993565" cy="1639966"/>
          </a:xfrm>
          <a:prstGeom prst="rect">
            <a:avLst/>
          </a:prstGeom>
        </p:spPr>
      </p:pic>
      <p:pic>
        <p:nvPicPr>
          <p:cNvPr id="11" name="Picture 10">
            <a:extLst>
              <a:ext uri="{FF2B5EF4-FFF2-40B4-BE49-F238E27FC236}">
                <a16:creationId xmlns:a16="http://schemas.microsoft.com/office/drawing/2014/main" id="{059E0F55-014A-CF0A-64CF-D1D6ED10BDF9}"/>
              </a:ext>
            </a:extLst>
          </p:cNvPr>
          <p:cNvPicPr/>
          <p:nvPr/>
        </p:nvPicPr>
        <p:blipFill>
          <a:blip r:embed="rId3"/>
          <a:stretch>
            <a:fillRect/>
          </a:stretch>
        </p:blipFill>
        <p:spPr>
          <a:xfrm>
            <a:off x="3085795" y="2062065"/>
            <a:ext cx="6925952" cy="4342564"/>
          </a:xfrm>
          <a:prstGeom prst="rect">
            <a:avLst/>
          </a:prstGeom>
        </p:spPr>
      </p:pic>
    </p:spTree>
    <p:extLst>
      <p:ext uri="{BB962C8B-B14F-4D97-AF65-F5344CB8AC3E}">
        <p14:creationId xmlns:p14="http://schemas.microsoft.com/office/powerpoint/2010/main" val="85975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02</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Trial store performance</a:t>
            </a:r>
          </a:p>
        </p:txBody>
      </p:sp>
    </p:spTree>
    <p:extLst>
      <p:ext uri="{BB962C8B-B14F-4D97-AF65-F5344CB8AC3E}">
        <p14:creationId xmlns:p14="http://schemas.microsoft.com/office/powerpoint/2010/main" val="337747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dirty="0"/>
              <a:t>The trial store’s performance in term of total sales and customers count were reflected in control stores, but not displayed in the other stores.</a:t>
            </a:r>
          </a:p>
        </p:txBody>
      </p:sp>
      <p:pic>
        <p:nvPicPr>
          <p:cNvPr id="2" name="Picture 1">
            <a:extLst>
              <a:ext uri="{FF2B5EF4-FFF2-40B4-BE49-F238E27FC236}">
                <a16:creationId xmlns:a16="http://schemas.microsoft.com/office/drawing/2014/main" id="{63E30F50-ED63-4179-A426-2CF2BA3316E2}"/>
              </a:ext>
            </a:extLst>
          </p:cNvPr>
          <p:cNvPicPr>
            <a:picLocks noChangeAspect="1"/>
          </p:cNvPicPr>
          <p:nvPr/>
        </p:nvPicPr>
        <p:blipFill>
          <a:blip r:embed="rId2"/>
          <a:stretch>
            <a:fillRect/>
          </a:stretch>
        </p:blipFill>
        <p:spPr>
          <a:xfrm>
            <a:off x="12305402" y="0"/>
            <a:ext cx="1993565" cy="1822862"/>
          </a:xfrm>
          <a:prstGeom prst="rect">
            <a:avLst/>
          </a:prstGeom>
        </p:spPr>
      </p:pic>
      <p:pic>
        <p:nvPicPr>
          <p:cNvPr id="5" name="Picture 4">
            <a:extLst>
              <a:ext uri="{FF2B5EF4-FFF2-40B4-BE49-F238E27FC236}">
                <a16:creationId xmlns:a16="http://schemas.microsoft.com/office/drawing/2014/main" id="{4FE8C32A-E744-D87B-34A2-7816208C59DE}"/>
              </a:ext>
            </a:extLst>
          </p:cNvPr>
          <p:cNvPicPr/>
          <p:nvPr/>
        </p:nvPicPr>
        <p:blipFill>
          <a:blip r:embed="rId3"/>
          <a:stretch>
            <a:fillRect/>
          </a:stretch>
        </p:blipFill>
        <p:spPr>
          <a:xfrm>
            <a:off x="2702429" y="1744282"/>
            <a:ext cx="7439945" cy="4697180"/>
          </a:xfrm>
          <a:prstGeom prst="rect">
            <a:avLst/>
          </a:prstGeom>
        </p:spPr>
      </p:pic>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196974" y="681313"/>
            <a:ext cx="10479600" cy="643132"/>
          </a:xfrm>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Trial period (Feb–Apr), Sales/customers increased significantly &amp; After trial numbers revert, indicating the effect was driven by the trial itself, not seasonal trends</a:t>
            </a:r>
            <a:endParaRPr lang="en-AU" dirty="0"/>
          </a:p>
        </p:txBody>
      </p:sp>
      <p:pic>
        <p:nvPicPr>
          <p:cNvPr id="2" name="Picture 1">
            <a:extLst>
              <a:ext uri="{FF2B5EF4-FFF2-40B4-BE49-F238E27FC236}">
                <a16:creationId xmlns:a16="http://schemas.microsoft.com/office/drawing/2014/main" id="{40239337-863B-42AC-9406-AC9628F383DF}"/>
              </a:ext>
            </a:extLst>
          </p:cNvPr>
          <p:cNvPicPr>
            <a:picLocks noChangeAspect="1"/>
          </p:cNvPicPr>
          <p:nvPr/>
        </p:nvPicPr>
        <p:blipFill>
          <a:blip r:embed="rId2"/>
          <a:stretch>
            <a:fillRect/>
          </a:stretch>
        </p:blipFill>
        <p:spPr>
          <a:xfrm>
            <a:off x="12305518" y="0"/>
            <a:ext cx="1993565" cy="2005758"/>
          </a:xfrm>
          <a:prstGeom prst="rect">
            <a:avLst/>
          </a:prstGeom>
        </p:spPr>
      </p:pic>
      <p:pic>
        <p:nvPicPr>
          <p:cNvPr id="5" name="Picture 4">
            <a:extLst>
              <a:ext uri="{FF2B5EF4-FFF2-40B4-BE49-F238E27FC236}">
                <a16:creationId xmlns:a16="http://schemas.microsoft.com/office/drawing/2014/main" id="{C4527464-3366-8648-E75D-94CF513FE097}"/>
              </a:ext>
            </a:extLst>
          </p:cNvPr>
          <p:cNvPicPr/>
          <p:nvPr/>
        </p:nvPicPr>
        <p:blipFill>
          <a:blip r:embed="rId3"/>
          <a:stretch>
            <a:fillRect/>
          </a:stretch>
        </p:blipFill>
        <p:spPr>
          <a:xfrm>
            <a:off x="747395" y="1475052"/>
            <a:ext cx="5330415" cy="3386197"/>
          </a:xfrm>
          <a:prstGeom prst="rect">
            <a:avLst/>
          </a:prstGeom>
        </p:spPr>
      </p:pic>
      <p:pic>
        <p:nvPicPr>
          <p:cNvPr id="9" name="Picture 8">
            <a:extLst>
              <a:ext uri="{FF2B5EF4-FFF2-40B4-BE49-F238E27FC236}">
                <a16:creationId xmlns:a16="http://schemas.microsoft.com/office/drawing/2014/main" id="{85D4EC17-814A-1053-0D11-9F2F93BCFF88}"/>
              </a:ext>
            </a:extLst>
          </p:cNvPr>
          <p:cNvPicPr/>
          <p:nvPr/>
        </p:nvPicPr>
        <p:blipFill>
          <a:blip r:embed="rId4"/>
          <a:stretch>
            <a:fillRect/>
          </a:stretch>
        </p:blipFill>
        <p:spPr>
          <a:xfrm>
            <a:off x="6077810" y="3107249"/>
            <a:ext cx="6114190" cy="3479483"/>
          </a:xfrm>
          <a:prstGeom prst="rect">
            <a:avLst/>
          </a:prstGeom>
        </p:spPr>
      </p:pic>
      <p:sp>
        <p:nvSpPr>
          <p:cNvPr id="10" name="Text Placeholder 3">
            <a:extLst>
              <a:ext uri="{FF2B5EF4-FFF2-40B4-BE49-F238E27FC236}">
                <a16:creationId xmlns:a16="http://schemas.microsoft.com/office/drawing/2014/main" id="{20E8EDA8-4C5B-5ED4-06FF-E239E46824B7}"/>
              </a:ext>
            </a:extLst>
          </p:cNvPr>
          <p:cNvSpPr txBox="1">
            <a:spLocks/>
          </p:cNvSpPr>
          <p:nvPr/>
        </p:nvSpPr>
        <p:spPr>
          <a:xfrm>
            <a:off x="1196974" y="38181"/>
            <a:ext cx="10479600" cy="643132"/>
          </a:xfrm>
          <a:prstGeom prst="rect">
            <a:avLst/>
          </a:prstGeom>
        </p:spPr>
        <p:txBody>
          <a:bodyPr lIns="0" tIns="0"/>
          <a:lstStyle>
            <a:lvl1pPr marL="0" indent="0" algn="l" defTabSz="914400" rtl="0" eaLnBrk="1" latinLnBrk="0" hangingPunct="1">
              <a:lnSpc>
                <a:spcPct val="100000"/>
              </a:lnSpc>
              <a:spcBef>
                <a:spcPts val="1000"/>
              </a:spcBef>
              <a:buFont typeface="Arial" panose="020B0604020202020204" pitchFamily="34" charset="0"/>
              <a:buNone/>
              <a:defRPr sz="2400" kern="1200">
                <a:solidFill>
                  <a:srgbClr val="000005"/>
                </a:solidFill>
                <a:latin typeface="Roboto" panose="02000000000000000000" pitchFamily="2" charset="0"/>
                <a:ea typeface="Roboto" panose="02000000000000000000" pitchFamily="2" charset="0"/>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2pPr>
            <a:lvl3pPr marL="9144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3pPr>
            <a:lvl4pPr marL="13716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4pPr>
            <a:lvl5pPr marL="18288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b="1" dirty="0">
                <a:solidFill>
                  <a:srgbClr val="FF0000"/>
                </a:solidFill>
                <a:latin typeface="Times New Roman" panose="02020603050405020304" pitchFamily="18" charset="0"/>
              </a:rPr>
              <a:t>Trial Store 77 &amp; Control Store 233</a:t>
            </a:r>
            <a:endParaRPr lang="en-AU" sz="2800" dirty="0">
              <a:solidFill>
                <a:srgbClr val="FF0000"/>
              </a:solidFill>
            </a:endParaRPr>
          </a:p>
        </p:txBody>
      </p:sp>
    </p:spTree>
    <p:extLst>
      <p:ext uri="{BB962C8B-B14F-4D97-AF65-F5344CB8AC3E}">
        <p14:creationId xmlns:p14="http://schemas.microsoft.com/office/powerpoint/2010/main" val="267634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196974" y="681313"/>
            <a:ext cx="10479600" cy="643132"/>
          </a:xfrm>
        </p:spPr>
        <p:txBody>
          <a:bodyPr/>
          <a:lstStyle/>
          <a:p>
            <a:r>
              <a:rPr lang="en-US" sz="1800" b="1" dirty="0">
                <a:solidFill>
                  <a:srgbClr val="000000"/>
                </a:solidFill>
                <a:latin typeface="Times New Roman" panose="02020603050405020304" pitchFamily="18" charset="0"/>
                <a:ea typeface="Times New Roman" panose="02020603050405020304" pitchFamily="18" charset="0"/>
              </a:rPr>
              <a:t>T</a:t>
            </a:r>
            <a:r>
              <a:rPr lang="en-US" sz="1800" b="1" dirty="0">
                <a:solidFill>
                  <a:srgbClr val="000000"/>
                </a:solidFill>
                <a:effectLst/>
                <a:latin typeface="Times New Roman" panose="02020603050405020304" pitchFamily="18" charset="0"/>
                <a:ea typeface="Times New Roman" panose="02020603050405020304" pitchFamily="18" charset="0"/>
              </a:rPr>
              <a:t>he trial store behaves relative to the scaled control store + confidence intervals, there is a clear and significant uplift during the trial period (Feb–Apr 2019) for store 86 compared to its matched control store 155.</a:t>
            </a:r>
            <a:endParaRPr lang="en-AU" dirty="0"/>
          </a:p>
        </p:txBody>
      </p:sp>
      <p:pic>
        <p:nvPicPr>
          <p:cNvPr id="2" name="Picture 1">
            <a:extLst>
              <a:ext uri="{FF2B5EF4-FFF2-40B4-BE49-F238E27FC236}">
                <a16:creationId xmlns:a16="http://schemas.microsoft.com/office/drawing/2014/main" id="{40239337-863B-42AC-9406-AC9628F383DF}"/>
              </a:ext>
            </a:extLst>
          </p:cNvPr>
          <p:cNvPicPr>
            <a:picLocks noChangeAspect="1"/>
          </p:cNvPicPr>
          <p:nvPr/>
        </p:nvPicPr>
        <p:blipFill>
          <a:blip r:embed="rId2"/>
          <a:stretch>
            <a:fillRect/>
          </a:stretch>
        </p:blipFill>
        <p:spPr>
          <a:xfrm>
            <a:off x="12305518" y="0"/>
            <a:ext cx="1993565" cy="2005758"/>
          </a:xfrm>
          <a:prstGeom prst="rect">
            <a:avLst/>
          </a:prstGeom>
        </p:spPr>
      </p:pic>
      <p:sp>
        <p:nvSpPr>
          <p:cNvPr id="10" name="Text Placeholder 3">
            <a:extLst>
              <a:ext uri="{FF2B5EF4-FFF2-40B4-BE49-F238E27FC236}">
                <a16:creationId xmlns:a16="http://schemas.microsoft.com/office/drawing/2014/main" id="{20E8EDA8-4C5B-5ED4-06FF-E239E46824B7}"/>
              </a:ext>
            </a:extLst>
          </p:cNvPr>
          <p:cNvSpPr txBox="1">
            <a:spLocks/>
          </p:cNvSpPr>
          <p:nvPr/>
        </p:nvSpPr>
        <p:spPr>
          <a:xfrm>
            <a:off x="1196974" y="38181"/>
            <a:ext cx="10479600" cy="643132"/>
          </a:xfrm>
          <a:prstGeom prst="rect">
            <a:avLst/>
          </a:prstGeom>
        </p:spPr>
        <p:txBody>
          <a:bodyPr lIns="0" tIns="0"/>
          <a:lstStyle>
            <a:lvl1pPr marL="0" indent="0" algn="l" defTabSz="914400" rtl="0" eaLnBrk="1" latinLnBrk="0" hangingPunct="1">
              <a:lnSpc>
                <a:spcPct val="100000"/>
              </a:lnSpc>
              <a:spcBef>
                <a:spcPts val="1000"/>
              </a:spcBef>
              <a:buFont typeface="Arial" panose="020B0604020202020204" pitchFamily="34" charset="0"/>
              <a:buNone/>
              <a:defRPr sz="2400" kern="1200">
                <a:solidFill>
                  <a:srgbClr val="000005"/>
                </a:solidFill>
                <a:latin typeface="Roboto" panose="02000000000000000000" pitchFamily="2" charset="0"/>
                <a:ea typeface="Roboto" panose="02000000000000000000" pitchFamily="2" charset="0"/>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2pPr>
            <a:lvl3pPr marL="9144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3pPr>
            <a:lvl4pPr marL="13716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4pPr>
            <a:lvl5pPr marL="18288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b="1" dirty="0">
                <a:solidFill>
                  <a:srgbClr val="FF0000"/>
                </a:solidFill>
                <a:latin typeface="Times New Roman" panose="02020603050405020304" pitchFamily="18" charset="0"/>
              </a:rPr>
              <a:t>Trial Store 86 &amp; Control Store 155</a:t>
            </a:r>
            <a:endParaRPr lang="en-AU" sz="2800" dirty="0">
              <a:solidFill>
                <a:srgbClr val="FF0000"/>
              </a:solidFill>
            </a:endParaRPr>
          </a:p>
        </p:txBody>
      </p:sp>
      <p:pic>
        <p:nvPicPr>
          <p:cNvPr id="8" name="Picture 7">
            <a:extLst>
              <a:ext uri="{FF2B5EF4-FFF2-40B4-BE49-F238E27FC236}">
                <a16:creationId xmlns:a16="http://schemas.microsoft.com/office/drawing/2014/main" id="{53655DA5-B860-79C6-8197-B54BA89A21DB}"/>
              </a:ext>
            </a:extLst>
          </p:cNvPr>
          <p:cNvPicPr/>
          <p:nvPr/>
        </p:nvPicPr>
        <p:blipFill>
          <a:blip r:embed="rId3"/>
          <a:stretch>
            <a:fillRect/>
          </a:stretch>
        </p:blipFill>
        <p:spPr>
          <a:xfrm>
            <a:off x="6587412" y="2863356"/>
            <a:ext cx="5604588" cy="3481459"/>
          </a:xfrm>
          <a:prstGeom prst="rect">
            <a:avLst/>
          </a:prstGeom>
        </p:spPr>
      </p:pic>
      <p:pic>
        <p:nvPicPr>
          <p:cNvPr id="11" name="Picture 10">
            <a:extLst>
              <a:ext uri="{FF2B5EF4-FFF2-40B4-BE49-F238E27FC236}">
                <a16:creationId xmlns:a16="http://schemas.microsoft.com/office/drawing/2014/main" id="{5D4355FF-1572-3A6E-716E-B080A2F7AE12}"/>
              </a:ext>
            </a:extLst>
          </p:cNvPr>
          <p:cNvPicPr/>
          <p:nvPr/>
        </p:nvPicPr>
        <p:blipFill>
          <a:blip r:embed="rId4"/>
          <a:stretch>
            <a:fillRect/>
          </a:stretch>
        </p:blipFill>
        <p:spPr>
          <a:xfrm>
            <a:off x="855778" y="1563032"/>
            <a:ext cx="5470377" cy="3382191"/>
          </a:xfrm>
          <a:prstGeom prst="rect">
            <a:avLst/>
          </a:prstGeom>
        </p:spPr>
      </p:pic>
    </p:spTree>
    <p:extLst>
      <p:ext uri="{BB962C8B-B14F-4D97-AF65-F5344CB8AC3E}">
        <p14:creationId xmlns:p14="http://schemas.microsoft.com/office/powerpoint/2010/main" val="17192405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196974" y="681313"/>
            <a:ext cx="10479600" cy="643132"/>
          </a:xfrm>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Total number of customers in the trial period for the trial store is significantly higher than the control store for initial two out of three months however for sales it is final two out of three month.</a:t>
            </a:r>
            <a:endParaRPr lang="en-AU" dirty="0"/>
          </a:p>
        </p:txBody>
      </p:sp>
      <p:pic>
        <p:nvPicPr>
          <p:cNvPr id="2" name="Picture 1">
            <a:extLst>
              <a:ext uri="{FF2B5EF4-FFF2-40B4-BE49-F238E27FC236}">
                <a16:creationId xmlns:a16="http://schemas.microsoft.com/office/drawing/2014/main" id="{40239337-863B-42AC-9406-AC9628F383DF}"/>
              </a:ext>
            </a:extLst>
          </p:cNvPr>
          <p:cNvPicPr>
            <a:picLocks noChangeAspect="1"/>
          </p:cNvPicPr>
          <p:nvPr/>
        </p:nvPicPr>
        <p:blipFill>
          <a:blip r:embed="rId2"/>
          <a:stretch>
            <a:fillRect/>
          </a:stretch>
        </p:blipFill>
        <p:spPr>
          <a:xfrm>
            <a:off x="12305518" y="0"/>
            <a:ext cx="1993565" cy="2005758"/>
          </a:xfrm>
          <a:prstGeom prst="rect">
            <a:avLst/>
          </a:prstGeom>
        </p:spPr>
      </p:pic>
      <p:sp>
        <p:nvSpPr>
          <p:cNvPr id="10" name="Text Placeholder 3">
            <a:extLst>
              <a:ext uri="{FF2B5EF4-FFF2-40B4-BE49-F238E27FC236}">
                <a16:creationId xmlns:a16="http://schemas.microsoft.com/office/drawing/2014/main" id="{20E8EDA8-4C5B-5ED4-06FF-E239E46824B7}"/>
              </a:ext>
            </a:extLst>
          </p:cNvPr>
          <p:cNvSpPr txBox="1">
            <a:spLocks/>
          </p:cNvSpPr>
          <p:nvPr/>
        </p:nvSpPr>
        <p:spPr>
          <a:xfrm>
            <a:off x="1196974" y="38181"/>
            <a:ext cx="10479600" cy="643132"/>
          </a:xfrm>
          <a:prstGeom prst="rect">
            <a:avLst/>
          </a:prstGeom>
        </p:spPr>
        <p:txBody>
          <a:bodyPr lIns="0" tIns="0"/>
          <a:lstStyle>
            <a:lvl1pPr marL="0" indent="0" algn="l" defTabSz="914400" rtl="0" eaLnBrk="1" latinLnBrk="0" hangingPunct="1">
              <a:lnSpc>
                <a:spcPct val="100000"/>
              </a:lnSpc>
              <a:spcBef>
                <a:spcPts val="1000"/>
              </a:spcBef>
              <a:buFont typeface="Arial" panose="020B0604020202020204" pitchFamily="34" charset="0"/>
              <a:buNone/>
              <a:defRPr sz="2400" kern="1200">
                <a:solidFill>
                  <a:srgbClr val="000005"/>
                </a:solidFill>
                <a:latin typeface="Roboto" panose="02000000000000000000" pitchFamily="2" charset="0"/>
                <a:ea typeface="Roboto" panose="02000000000000000000" pitchFamily="2" charset="0"/>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2pPr>
            <a:lvl3pPr marL="9144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3pPr>
            <a:lvl4pPr marL="13716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4pPr>
            <a:lvl5pPr marL="18288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j-lt"/>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b="1" dirty="0">
                <a:solidFill>
                  <a:srgbClr val="FF0000"/>
                </a:solidFill>
                <a:latin typeface="Times New Roman" panose="02020603050405020304" pitchFamily="18" charset="0"/>
              </a:rPr>
              <a:t>Trial Store 88 &amp; Control Store 237</a:t>
            </a:r>
            <a:endParaRPr lang="en-AU" sz="2800" dirty="0">
              <a:solidFill>
                <a:srgbClr val="FF0000"/>
              </a:solidFill>
            </a:endParaRPr>
          </a:p>
        </p:txBody>
      </p:sp>
      <p:pic>
        <p:nvPicPr>
          <p:cNvPr id="7" name="Picture 6">
            <a:extLst>
              <a:ext uri="{FF2B5EF4-FFF2-40B4-BE49-F238E27FC236}">
                <a16:creationId xmlns:a16="http://schemas.microsoft.com/office/drawing/2014/main" id="{D71EC0C6-29FA-696A-0E46-63FC8A8A0397}"/>
              </a:ext>
            </a:extLst>
          </p:cNvPr>
          <p:cNvPicPr/>
          <p:nvPr/>
        </p:nvPicPr>
        <p:blipFill>
          <a:blip r:embed="rId3"/>
          <a:stretch>
            <a:fillRect/>
          </a:stretch>
        </p:blipFill>
        <p:spPr>
          <a:xfrm>
            <a:off x="6632974" y="3218489"/>
            <a:ext cx="5387493" cy="3453468"/>
          </a:xfrm>
          <a:prstGeom prst="rect">
            <a:avLst/>
          </a:prstGeom>
        </p:spPr>
      </p:pic>
      <p:pic>
        <p:nvPicPr>
          <p:cNvPr id="9" name="Picture 8">
            <a:extLst>
              <a:ext uri="{FF2B5EF4-FFF2-40B4-BE49-F238E27FC236}">
                <a16:creationId xmlns:a16="http://schemas.microsoft.com/office/drawing/2014/main" id="{89D32C16-54A6-FF51-541E-B77E38F84454}"/>
              </a:ext>
            </a:extLst>
          </p:cNvPr>
          <p:cNvPicPr/>
          <p:nvPr/>
        </p:nvPicPr>
        <p:blipFill>
          <a:blip r:embed="rId4"/>
          <a:stretch>
            <a:fillRect/>
          </a:stretch>
        </p:blipFill>
        <p:spPr>
          <a:xfrm>
            <a:off x="747395" y="1833621"/>
            <a:ext cx="5746711" cy="3559474"/>
          </a:xfrm>
          <a:prstGeom prst="rect">
            <a:avLst/>
          </a:prstGeom>
        </p:spPr>
      </p:pic>
    </p:spTree>
    <p:extLst>
      <p:ext uri="{BB962C8B-B14F-4D97-AF65-F5344CB8AC3E}">
        <p14:creationId xmlns:p14="http://schemas.microsoft.com/office/powerpoint/2010/main" val="5818568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162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6458</TotalTime>
  <Words>640</Words>
  <Application>Microsoft Office PowerPoint</Application>
  <PresentationFormat>Widescreen</PresentationFormat>
  <Paragraphs>45</Paragraphs>
  <Slides>13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Roboto Medium</vt:lpstr>
      <vt:lpstr>Roboto Light</vt:lpstr>
      <vt:lpstr>Arial</vt:lpstr>
      <vt:lpstr>Roboto</vt:lpstr>
      <vt:lpstr>Calibri</vt:lpstr>
      <vt:lpstr>Times New Roman</vt:lpstr>
      <vt:lpstr>Office Theme</vt:lpstr>
      <vt:lpstr>Category review: Chips</vt:lpstr>
      <vt:lpstr>PowerPoint Presentation</vt:lpstr>
      <vt:lpstr>PowerPoint Presentation</vt:lpstr>
      <vt:lpstr>01</vt:lpstr>
      <vt:lpstr>PowerPoint Presentation</vt:lpstr>
      <vt:lpstr>PowerPoint Presentation</vt:lpstr>
      <vt:lpstr>PowerPoint Presentation</vt:lpstr>
      <vt:lpstr>02</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BIKALPA REGMI</cp:lastModifiedBy>
  <cp:revision>472</cp:revision>
  <dcterms:created xsi:type="dcterms:W3CDTF">2018-02-07T23:23:24Z</dcterms:created>
  <dcterms:modified xsi:type="dcterms:W3CDTF">2026-03-04T05:45:34Z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